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sldIdLst>
    <sldId xmlns:r="http://schemas.openxmlformats.org/officeDocument/2006/relationships" id="1" r:id="rId1"/>
  </sldIdLst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1" name="Title"/>
          <p:cNvSpPr/>
          <p:nvPr/>
        </p:nvSpPr>
        <p:spPr>
          <a:xfrm>
            <a:off x="100" y="100"/>
            <a:ext cx="5000" cy="500"/>
          </a:xfrm>
          <a:prstGeom prst="rect"/>
        </p:spPr>
        <p:txBody>
          <a:bodyPr/>
          <a:lstStyle/>
          <a:p>
            <a:r>
              <a:t>Thumbnail Forge Test</a:t>
            </a:r>
          </a:p>
        </p:txBody>
      </p:sp>
    </p:spTree>
  </p:cSld>
</p:sld>
</file>